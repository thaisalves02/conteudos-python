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345" r:id="rId2"/>
    <p:sldId id="346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</p:sldIdLst>
  <p:sldSz cx="9144000" cy="5143500" type="screen16x9"/>
  <p:notesSz cx="6858000" cy="9144000"/>
  <p:embeddedFontLst>
    <p:embeddedFont>
      <p:font typeface="Montserrat ExtraBold" panose="020B0604020202020204" charset="0"/>
      <p:bold r:id="rId18"/>
      <p:boldItalic r:id="rId19"/>
    </p:embeddedFont>
    <p:embeddedFont>
      <p:font typeface="Spectral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6" roundtripDataSignature="AMtx7miBqHF3aWQ64FfPKNdSwA7cqmtj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94" y="84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2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13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12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p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0" name="Google Shape;640;p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p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p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8" name="Google Shape;658;p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6" name="Google Shape;676;p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2" name="Google Shape;682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7" name="Google Shape;707;p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6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106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6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&amp; subtitle slide" type="secHead">
  <p:cSld name="SECTION_HEADER">
    <p:bg>
      <p:bgPr>
        <a:noFill/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7"/>
          <p:cNvSpPr txBox="1">
            <a:spLocks noGrp="1"/>
          </p:cNvSpPr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7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5" name="Google Shape;15;p107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174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711" y="4555710"/>
            <a:ext cx="402793" cy="42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0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 sz="1400" b="0" i="0" u="none" strike="noStrike" cap="none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90"/>
          <p:cNvPicPr preferRelativeResize="0"/>
          <p:nvPr/>
        </p:nvPicPr>
        <p:blipFill rotWithShape="1">
          <a:blip r:embed="rId3">
            <a:alphaModFix/>
          </a:blip>
          <a:srcRect l="13106" t="15681" r="3518" b="17473"/>
          <a:stretch/>
        </p:blipFill>
        <p:spPr>
          <a:xfrm>
            <a:off x="1198475" y="53432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90"/>
          <p:cNvSpPr txBox="1">
            <a:spLocks noGrp="1"/>
          </p:cNvSpPr>
          <p:nvPr>
            <p:ph type="ctrTitle"/>
          </p:nvPr>
        </p:nvSpPr>
        <p:spPr>
          <a:xfrm>
            <a:off x="1588377" y="1369170"/>
            <a:ext cx="5960429" cy="196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br>
              <a:rPr lang="pt-BR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Técnico em Desenvolvimento </a:t>
            </a:r>
            <a:br>
              <a:rPr lang="pt-BR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Sistemas</a:t>
            </a:r>
            <a:br>
              <a:rPr lang="pt-BR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1: Analisar requisitos e funcionalidades da aplicação</a:t>
            </a:r>
            <a:br>
              <a:rPr lang="pt-B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Instrutor: Tarik Ponciano</a:t>
            </a:r>
            <a:endParaRPr sz="2400">
              <a:solidFill>
                <a:srgbClr val="174584"/>
              </a:solidFill>
            </a:endParaRPr>
          </a:p>
        </p:txBody>
      </p:sp>
      <p:pic>
        <p:nvPicPr>
          <p:cNvPr id="637" name="Google Shape;637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8377" y="4333164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91"/>
          <p:cNvSpPr txBox="1"/>
          <p:nvPr/>
        </p:nvSpPr>
        <p:spPr>
          <a:xfrm>
            <a:off x="1741934" y="1475730"/>
            <a:ext cx="8035654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Unidades Curriculares;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Indicadores;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Conteúdo.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Curricular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9" name="Google Shape;649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7561" y="1315582"/>
            <a:ext cx="547687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Unidade Curricular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5" name="Google Shape;655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8371" y="1763272"/>
            <a:ext cx="6504093" cy="236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4"/>
          <p:cNvSpPr txBox="1"/>
          <p:nvPr/>
        </p:nvSpPr>
        <p:spPr>
          <a:xfrm>
            <a:off x="1669926" y="539626"/>
            <a:ext cx="676177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Indicadores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1" name="Google Shape;661;p94"/>
          <p:cNvSpPr txBox="1"/>
          <p:nvPr/>
        </p:nvSpPr>
        <p:spPr>
          <a:xfrm>
            <a:off x="1669926" y="1477370"/>
            <a:ext cx="6841412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os objetivos do projeto, de acordo com as necessidades do cliente e público- alvo.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 técnicas de modelagem de Engenharia de Software, de acordo com as melhores práticas e diagramas utilizados pelo mercado.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Testa hipóteses com o usuário final, conforme análise de requisitos e funcionalidades da aplicação já mapeadas.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5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- conhecimentos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95"/>
          <p:cNvSpPr txBox="1"/>
          <p:nvPr/>
        </p:nvSpPr>
        <p:spPr>
          <a:xfrm>
            <a:off x="1669925" y="1322598"/>
            <a:ext cx="6420921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Briefing: conceito, especificidades para projetos e modelos.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Projetos web e desktop: escopo, tendências e tecnologias.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Funcionalidades: conceitos de requisitos funcionais e não-funcionais.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Requisitos: conceitos e técnicas para análise e gerenciamento.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Modelagem da aplicação: conceito e construção de diagramas de caso de uso e diagramas de classe.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Arquitetura da informação: conceito e aplicações, mapa do site e estruturas de navegação, organização de conteúdo, prototipação.</a:t>
            </a:r>
            <a:endParaRPr/>
          </a:p>
          <a:p>
            <a:pPr marL="457200" marR="0" lvl="0" indent="-330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6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- habilidades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96"/>
          <p:cNvSpPr txBox="1"/>
          <p:nvPr/>
        </p:nvSpPr>
        <p:spPr>
          <a:xfrm>
            <a:off x="1669925" y="1297159"/>
            <a:ext cx="8035654" cy="3431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Interpretar briefing.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Identificar requisitos técnicos para aplicações.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Organizar arquivos e atividades por etapas do projeto.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Organizar materiais, instrumentos, documentos e local de trabalho.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Comunicar-se de maneira assertiva.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Utilizar termos técnicos nas rotinas de trabalho.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Interpretar diagramas.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7"/>
          <p:cNvSpPr txBox="1"/>
          <p:nvPr/>
        </p:nvSpPr>
        <p:spPr>
          <a:xfrm>
            <a:off x="1669925" y="539626"/>
            <a:ext cx="65837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Elementos da competência – Atitudes/valores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97"/>
          <p:cNvSpPr txBox="1"/>
          <p:nvPr/>
        </p:nvSpPr>
        <p:spPr>
          <a:xfrm>
            <a:off x="1669925" y="1346673"/>
            <a:ext cx="6661202" cy="370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Responsabilidade e comprometimento com os acordos estabelecidos.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Proatividade no desenvolvimento das atividades profissionais.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Colaboração no desenvolvimento do trabalho em equipe.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Respeito aos direitos de propriedade intelectual.</a:t>
            </a:r>
            <a:endParaRPr/>
          </a:p>
          <a:p>
            <a:pPr marL="457200" marR="0" lvl="0" indent="-457200" algn="just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Comprometimento com padrões de usabilidade e acessibilidade.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98"/>
          <p:cNvSpPr txBox="1"/>
          <p:nvPr/>
        </p:nvSpPr>
        <p:spPr>
          <a:xfrm>
            <a:off x="1669925" y="1223741"/>
            <a:ext cx="8035654" cy="437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Durante o processo:</a:t>
            </a:r>
            <a:endParaRPr/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indicador de Competência </a:t>
            </a:r>
            <a:endParaRPr/>
          </a:p>
          <a:p>
            <a:pPr marL="0" marR="0" lvl="4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4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Atendido – A</a:t>
            </a:r>
            <a:endParaRPr/>
          </a:p>
          <a:p>
            <a:pPr marL="0" marR="0" lvl="4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Parcialmente Atendido – PA</a:t>
            </a:r>
            <a:endParaRPr/>
          </a:p>
          <a:p>
            <a:pPr marL="0" marR="0" lvl="4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Atendido - NA</a:t>
            </a:r>
            <a:endParaRPr/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unidade Currícular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Atendido – A</a:t>
            </a:r>
            <a:endParaRPr/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Atendido - NA</a:t>
            </a:r>
            <a:endParaRPr/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9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Avaliação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99"/>
          <p:cNvSpPr txBox="1"/>
          <p:nvPr/>
        </p:nvSpPr>
        <p:spPr>
          <a:xfrm>
            <a:off x="1669925" y="1223741"/>
            <a:ext cx="8035654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 final do processo: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Unidade Currícular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Desenvolvido – D</a:t>
            </a:r>
            <a:endParaRPr/>
          </a:p>
          <a:p>
            <a:pPr marL="0" marR="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Não Desenvolvido - ND</a:t>
            </a:r>
            <a:endParaRPr/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0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100"/>
          <p:cNvSpPr txBox="1"/>
          <p:nvPr/>
        </p:nvSpPr>
        <p:spPr>
          <a:xfrm>
            <a:off x="1669925" y="1223741"/>
            <a:ext cx="6803515" cy="190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OBERLEITNER, Allen; SILVA, Luís Carlos de Souza. Desenvolvimento de sistemas. 1. ed. São Paulo: Senac São Paulo, 2020. 290 p. v. 1. E-book (290 p.). (Biblioteca Digital)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MACHADO, Felipe Nery Rodrigues. Análise e Gestão de Requisitos de Software – Onde nascem os sistemas. 1. ed. São Paulo: Saraiva, 2018. 290 p. v. 1.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1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3" name="Google Shape;703;p101"/>
          <p:cNvSpPr txBox="1"/>
          <p:nvPr/>
        </p:nvSpPr>
        <p:spPr>
          <a:xfrm>
            <a:off x="4212726" y="1205396"/>
            <a:ext cx="4298814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101" descr="Livro - Engenharia de Software - Sommervil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6590" y="1001291"/>
            <a:ext cx="3985260" cy="3985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2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102"/>
          <p:cNvSpPr txBox="1"/>
          <p:nvPr/>
        </p:nvSpPr>
        <p:spPr>
          <a:xfrm>
            <a:off x="4212726" y="1205396"/>
            <a:ext cx="4298814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p102" descr="Engenharia de Software: Uma Abordagem Profissional | Amazon.com.b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7029" y="1001291"/>
            <a:ext cx="3129675" cy="406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03"/>
          <p:cNvSpPr txBox="1"/>
          <p:nvPr/>
        </p:nvSpPr>
        <p:spPr>
          <a:xfrm>
            <a:off x="1669925" y="539626"/>
            <a:ext cx="794226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Bibliografia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103"/>
          <p:cNvSpPr txBox="1"/>
          <p:nvPr/>
        </p:nvSpPr>
        <p:spPr>
          <a:xfrm>
            <a:off x="1669925" y="1223741"/>
            <a:ext cx="6803515" cy="190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OBERLEITNER, Allen; SILVA, Luís Carlos de Souza. Desenvolvimento de sistemas. 1. ed. São Paulo: Senac São Paulo, 2020. 290 p. v. 1. E-book (290 p.). (Biblioteca Digital)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MACHADO, Felipe Nery Rodrigues. Análise e Gestão de Requisitos de Software – Onde nascem os sistemas. 1. ed. São Paulo: Saraiva, 2018. 290 p. v. 1.</a:t>
            </a: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04"/>
          <p:cNvSpPr txBox="1">
            <a:spLocks noGrp="1"/>
          </p:cNvSpPr>
          <p:nvPr>
            <p:ph type="ctrTitle"/>
          </p:nvPr>
        </p:nvSpPr>
        <p:spPr>
          <a:xfrm>
            <a:off x="2106771" y="1852628"/>
            <a:ext cx="6135000" cy="1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6400">
                <a:solidFill>
                  <a:srgbClr val="252525"/>
                </a:solidFill>
              </a:rPr>
              <a:t>Obrigado!!</a:t>
            </a:r>
            <a:endParaRPr sz="6400">
              <a:solidFill>
                <a:srgbClr val="174584"/>
              </a:solidFill>
            </a:endParaRPr>
          </a:p>
        </p:txBody>
      </p:sp>
      <p:pic>
        <p:nvPicPr>
          <p:cNvPr id="723" name="Google Shape;723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6160" y="3780429"/>
            <a:ext cx="1571756" cy="5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500</Words>
  <Application>Microsoft Office PowerPoint</Application>
  <PresentationFormat>Apresentação na tela (16:9)</PresentationFormat>
  <Paragraphs>71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Montserrat ExtraBold</vt:lpstr>
      <vt:lpstr>Arial</vt:lpstr>
      <vt:lpstr>Times New Roman</vt:lpstr>
      <vt:lpstr>Spectral Light</vt:lpstr>
      <vt:lpstr>Elegant Blue</vt:lpstr>
      <vt:lpstr> Técnico em Desenvolvimento  de Sistemas  Unidade 1: Analisar requisitos e funcionalidades da aplicação  Instrutor: Tarik Ponciano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Obrigado!!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Técnico em Desenvolvimento  de Sistemas  Unidade 1: Analisar requisitos e funcionalidades da aplicação  Instrutor: Tarik Ponciano</dc:title>
  <dc:creator>Doraneide Albuquerque Fernandes</dc:creator>
  <cp:lastModifiedBy>Aluno</cp:lastModifiedBy>
  <cp:revision>2</cp:revision>
  <dcterms:modified xsi:type="dcterms:W3CDTF">2026-06-10T21:51:35Z</dcterms:modified>
</cp:coreProperties>
</file>